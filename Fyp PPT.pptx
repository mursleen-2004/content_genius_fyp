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4" r:id="rId14"/>
    <p:sldId id="275" r:id="rId15"/>
    <p:sldId id="276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74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8905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6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543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177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55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807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61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44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575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740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166A92-F228-4B95-92DE-FE2A235A0BAB}" type="datetimeFigureOut">
              <a:rPr lang="en-PK" smtClean="0"/>
              <a:t>21/07/2025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1AA070-129A-47AC-A532-451F117EAB68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86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E56A-6AAF-9C6E-08BF-ABFC69A8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AI-Powered Social Media Content Suggestion Tool</a:t>
            </a:r>
            <a:endParaRPr lang="en-PK" sz="4000" b="1" dirty="0"/>
          </a:p>
        </p:txBody>
      </p:sp>
      <p:pic>
        <p:nvPicPr>
          <p:cNvPr id="9218" name="Picture 2" descr="Home - NFC IET Multan">
            <a:extLst>
              <a:ext uri="{FF2B5EF4-FFF2-40B4-BE49-F238E27FC236}">
                <a16:creationId xmlns:a16="http://schemas.microsoft.com/office/drawing/2014/main" id="{58809071-D74B-4D76-64E3-E7FCD4025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963" y="1857801"/>
            <a:ext cx="1898073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9D4A6B-0E9E-B954-FE40-E1F239270B88}"/>
              </a:ext>
            </a:extLst>
          </p:cNvPr>
          <p:cNvSpPr txBox="1"/>
          <p:nvPr/>
        </p:nvSpPr>
        <p:spPr>
          <a:xfrm>
            <a:off x="838200" y="3429000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en-PK" b="1" dirty="0"/>
              <a:t>Group Members:</a:t>
            </a:r>
            <a:endParaRPr lang="en-PK" b="1" dirty="0">
              <a:effectLst/>
            </a:endParaRPr>
          </a:p>
          <a:p>
            <a:pPr algn="ctr" eaLnBrk="0" fontAlgn="base" hangingPunct="0"/>
            <a:r>
              <a:rPr lang="en-US" b="1" dirty="0"/>
              <a:t>Husnain Naseem (2k21-BSCS-103)</a:t>
            </a:r>
            <a:endParaRPr lang="en-PK" b="1" dirty="0">
              <a:effectLst/>
            </a:endParaRPr>
          </a:p>
          <a:p>
            <a:pPr algn="ctr" eaLnBrk="0" fontAlgn="base" hangingPunct="0"/>
            <a:r>
              <a:rPr lang="en-US" b="1" dirty="0"/>
              <a:t>Mursleen Bukhari (2k21-BSCS-113)</a:t>
            </a:r>
            <a:endParaRPr lang="en-PK" b="1" dirty="0">
              <a:effectLst/>
            </a:endParaRPr>
          </a:p>
          <a:p>
            <a:pPr algn="ctr" eaLnBrk="0" fontAlgn="base" hangingPunct="0"/>
            <a:r>
              <a:rPr lang="en-US" b="1" dirty="0">
                <a:effectLst/>
              </a:rPr>
              <a:t>Miraj Arshad (</a:t>
            </a:r>
            <a:r>
              <a:rPr lang="en-US" b="1" dirty="0"/>
              <a:t>2k21-BSCS-126)</a:t>
            </a:r>
            <a:endParaRPr lang="en-PK" b="1" dirty="0">
              <a:effectLst/>
            </a:endParaRPr>
          </a:p>
          <a:p>
            <a:pPr algn="ctr" eaLnBrk="0" fontAlgn="base" hangingPunct="0"/>
            <a:endParaRPr lang="en-PK" b="1" dirty="0">
              <a:effectLst/>
            </a:endParaRPr>
          </a:p>
          <a:p>
            <a:pPr algn="ctr" eaLnBrk="0" fontAlgn="base" hangingPunct="0"/>
            <a:r>
              <a:rPr lang="en-PK" b="1" dirty="0"/>
              <a:t>Supervisor:</a:t>
            </a:r>
            <a:br>
              <a:rPr lang="en-PK" b="1" dirty="0"/>
            </a:br>
            <a:r>
              <a:rPr lang="en-US" b="1" i="1" dirty="0"/>
              <a:t>Dr. Naeem Aslam</a:t>
            </a:r>
            <a:endParaRPr lang="en-PK" b="1" dirty="0">
              <a:effectLst/>
            </a:endParaRPr>
          </a:p>
          <a:p>
            <a:pPr algn="ctr" eaLnBrk="0" fontAlgn="base" hangingPunct="0"/>
            <a:r>
              <a:rPr lang="en-PK" b="1" dirty="0"/>
              <a:t>Department of Computer Science</a:t>
            </a:r>
            <a:endParaRPr lang="en-PK" b="1" dirty="0">
              <a:effectLst/>
            </a:endParaRPr>
          </a:p>
          <a:p>
            <a:pPr algn="ctr" eaLnBrk="0" fontAlgn="base" hangingPunct="0"/>
            <a:r>
              <a:rPr lang="en-PK" b="1" dirty="0"/>
              <a:t>NFC Institute of Engineering &amp; Technology, Multan</a:t>
            </a:r>
            <a:endParaRPr lang="en-PK" b="1" dirty="0">
              <a:effectLst/>
            </a:endParaRPr>
          </a:p>
          <a:p>
            <a:pPr algn="ctr"/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25820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4187-C500-E4B8-D6CA-5230F8F7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BE8950-A52D-5672-26EF-54FAB02DB5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5032"/>
            <a:ext cx="2778303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Solution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Novelty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88031-F445-DECF-028F-A39E7DD6C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499" y="2586617"/>
            <a:ext cx="1972232" cy="18128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CFE82E-E00A-E799-0E84-11D4E5FBC4B2}"/>
              </a:ext>
            </a:extLst>
          </p:cNvPr>
          <p:cNvSpPr txBox="1"/>
          <p:nvPr/>
        </p:nvSpPr>
        <p:spPr>
          <a:xfrm>
            <a:off x="8721048" y="4489807"/>
            <a:ext cx="168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Content Genius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9825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4984-D950-A3B7-5ECF-6415A167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DB4CD-1C4E-8B1F-79A2-B52D1795F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Social media success relies on timely and engaging content, but staying updated with trends and writing creative posts can be challenging. Our tool solves this by fetching real-time trends and generating AI-powered post suggestions using </a:t>
            </a:r>
            <a:r>
              <a:rPr lang="en-US" b="1" dirty="0"/>
              <a:t>Gemini</a:t>
            </a:r>
            <a:r>
              <a:rPr lang="en-US" dirty="0"/>
              <a:t> and </a:t>
            </a:r>
            <a:r>
              <a:rPr lang="en-US" b="1" dirty="0" err="1"/>
              <a:t>Groq</a:t>
            </a:r>
            <a:r>
              <a:rPr lang="en-US" dirty="0"/>
              <a:t> Api. It’s fast, intelligent, and designed for content creators and marketers.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019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726-0745-90F0-C004-29270425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/ Existing Systems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C42D36-9F4F-4EAA-172B-DB37D1CBC9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40425"/>
            <a:ext cx="7494359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Hootsuite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posts, but no AI suggestions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content but not trend-aware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system that </a:t>
            </a: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trends + generates platform-ready posts</a:t>
            </a:r>
          </a:p>
        </p:txBody>
      </p:sp>
    </p:spTree>
    <p:extLst>
      <p:ext uri="{BB962C8B-B14F-4D97-AF65-F5344CB8AC3E}">
        <p14:creationId xmlns:p14="http://schemas.microsoft.com/office/powerpoint/2010/main" val="244319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94A5-2DBF-785E-0D45-5784F8CE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20F7C-E627-3720-75A4-382FD231C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 today’s digital world, content creators struggle to keep up with social media trends due to time-consuming research and creative demands. The lack of an integrated tool for trend discovery and AI based content suggestions leads to inefficiencies and slower content creation.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51685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DB3E-1449-4A4C-09EE-2199E11F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E616A7-475F-F458-8B59-9E8416F96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92479"/>
            <a:ext cx="6266716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live trends from: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Twitter, YouTube, Reddit, Pakistani news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en-US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PK" sz="2000" dirty="0">
                <a:latin typeface="Arial" panose="020B0604020202020204" pitchFamily="34" charset="0"/>
              </a:rPr>
              <a:t>and </a:t>
            </a:r>
            <a:r>
              <a:rPr kumimoji="0" lang="en-US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creative posts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Easy-to-use, mobile-friendly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248113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5B04-0044-55A2-CEC7-5A772199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Novelty / Uniqueness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211E3A-9DCC-B3E9-E0E8-7154310ED0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7626"/>
            <a:ext cx="4586512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multi-platform trend aggregation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post 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User-specific dashboard &amp; profile history</a:t>
            </a:r>
          </a:p>
        </p:txBody>
      </p:sp>
    </p:spTree>
    <p:extLst>
      <p:ext uri="{BB962C8B-B14F-4D97-AF65-F5344CB8AC3E}">
        <p14:creationId xmlns:p14="http://schemas.microsoft.com/office/powerpoint/2010/main" val="18119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4CC8-2D80-1239-11F8-689ED26E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045D-FAD4-DD1C-7747-DE61CB1B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22456"/>
            <a:ext cx="7204239" cy="27981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Frontend</a:t>
            </a:r>
            <a:r>
              <a:rPr lang="en-US" dirty="0"/>
              <a:t>: React, Tailwind CSS, Framer Motion, </a:t>
            </a:r>
            <a:r>
              <a:rPr lang="en-US" dirty="0" err="1"/>
              <a:t>Lucide</a:t>
            </a:r>
            <a:br>
              <a:rPr lang="en-US" dirty="0"/>
            </a:br>
            <a:r>
              <a:rPr lang="en-US" b="1" dirty="0"/>
              <a:t>Backend</a:t>
            </a:r>
            <a:r>
              <a:rPr lang="en-US" dirty="0"/>
              <a:t>: Node.js, Express.js, JWT</a:t>
            </a:r>
            <a:br>
              <a:rPr lang="en-US" dirty="0"/>
            </a:br>
            <a:r>
              <a:rPr lang="en-US" b="1" dirty="0"/>
              <a:t>AI &amp; DB</a:t>
            </a:r>
            <a:r>
              <a:rPr lang="en-US" dirty="0"/>
              <a:t>: Gemini ,</a:t>
            </a:r>
            <a:r>
              <a:rPr lang="en-US" dirty="0" err="1"/>
              <a:t>Groq</a:t>
            </a:r>
            <a:r>
              <a:rPr lang="en-US" dirty="0"/>
              <a:t>, MongoDB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1427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8917-4E5F-DB18-5629-E4C846F43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</a:t>
            </a:r>
            <a:endParaRPr lang="en-PK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0C2D9-EB5A-AA55-EEBD-2669CB202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Functional</a:t>
            </a:r>
            <a:endParaRPr lang="en-PK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87945BC-D103-85F6-A048-CD0B4522B14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97280" y="2691026"/>
            <a:ext cx="290239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Login / Register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Post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&amp; Save Suggestions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08F2D-ABE6-03E4-4D80-005B6C9DA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Non-Functional</a:t>
            </a:r>
            <a:endParaRPr lang="en-PK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605A885-585C-E508-EBDA-024A46496C9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26480" y="2785234"/>
            <a:ext cx="226542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with JWT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API responses</a:t>
            </a:r>
          </a:p>
        </p:txBody>
      </p:sp>
    </p:spTree>
    <p:extLst>
      <p:ext uri="{BB962C8B-B14F-4D97-AF65-F5344CB8AC3E}">
        <p14:creationId xmlns:p14="http://schemas.microsoft.com/office/powerpoint/2010/main" val="31926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B31D-FA32-B07E-65E4-E4DD4F4E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13C85B-0A83-06B1-7A93-E0CD980E0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3747"/>
          <a:stretch>
            <a:fillRect/>
          </a:stretch>
        </p:blipFill>
        <p:spPr bwMode="auto">
          <a:xfrm>
            <a:off x="1096963" y="2379658"/>
            <a:ext cx="10058400" cy="22539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22618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5F08-483B-C818-330E-2E7B0ACA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BD8B63-411B-C076-D1BD-A7EFD0900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5222"/>
          <a:stretch>
            <a:fillRect/>
          </a:stretch>
        </p:blipFill>
        <p:spPr bwMode="auto">
          <a:xfrm>
            <a:off x="1096963" y="2831051"/>
            <a:ext cx="10058400" cy="13299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35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22F2-ED17-8D01-65C5-5AB2DF53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Interface</a:t>
            </a:r>
            <a:endParaRPr lang="en-PK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DB5C49-1892-2834-4D93-9853575EF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9628" y="1846263"/>
            <a:ext cx="8893070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691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3699-9246-F12D-D192-B945D72F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Interface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2D5EB8-B143-32A9-BA47-FDDBC4F0B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3067" y="1846263"/>
            <a:ext cx="8986191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221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8765-652F-F149-78BD-9AA4EBF8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Interface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9C9903-2238-FAEA-2514-A89255E3E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7499" y="1846263"/>
            <a:ext cx="9097328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0625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40BF-66A4-0308-23DF-BD80EC34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Interface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C2AF35-0C63-5493-5BA0-E477F35D5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3067" y="1846263"/>
            <a:ext cx="8986191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564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241E-1FD6-58CB-4DA2-0C3677FC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02E7AC-1E8F-F15A-2FF1-E6FF535D91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66202"/>
            <a:ext cx="697223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</a:t>
            </a:r>
            <a:r>
              <a:rPr kumimoji="0" lang="en-US" altLang="en-PK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 + Tailwind + 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Icons</a:t>
            </a:r>
            <a:r>
              <a:rPr lang="en-US" altLang="en-PK" sz="1800" dirty="0">
                <a:latin typeface="Arial" panose="020B0604020202020204" pitchFamily="34" charset="0"/>
              </a:rPr>
              <a:t> +Redux Toolkit 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+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 APIs with JWT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Integration: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storing posts/trends</a:t>
            </a:r>
          </a:p>
        </p:txBody>
      </p:sp>
    </p:spTree>
    <p:extLst>
      <p:ext uri="{BB962C8B-B14F-4D97-AF65-F5344CB8AC3E}">
        <p14:creationId xmlns:p14="http://schemas.microsoft.com/office/powerpoint/2010/main" val="2167951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6DCB-09BD-F4F9-6167-EE81358D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</a:t>
            </a:r>
            <a:endParaRPr lang="en-PK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7F628-6918-6EF2-880B-1F6030DB5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656586"/>
              </p:ext>
            </p:extLst>
          </p:nvPr>
        </p:nvGraphicFramePr>
        <p:xfrm>
          <a:off x="1097280" y="2555180"/>
          <a:ext cx="10058400" cy="15849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50476696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35731005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643998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35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TC1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Login valid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762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TC4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Fetch YouTube trends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87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TC7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Generate 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550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2151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71</TotalTime>
  <Words>357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Retrospect</vt:lpstr>
      <vt:lpstr>AI-Powered Social Media Content Suggestion Tool</vt:lpstr>
      <vt:lpstr>Outline</vt:lpstr>
      <vt:lpstr>Introduction</vt:lpstr>
      <vt:lpstr>Background / Existing Systems</vt:lpstr>
      <vt:lpstr>Problem Statement</vt:lpstr>
      <vt:lpstr>Proposed Solution</vt:lpstr>
      <vt:lpstr>Novelty / Uniqueness</vt:lpstr>
      <vt:lpstr>Tools &amp; Technologies</vt:lpstr>
      <vt:lpstr>Requirements</vt:lpstr>
      <vt:lpstr>Use Case Diagram</vt:lpstr>
      <vt:lpstr>Activity Diagram</vt:lpstr>
      <vt:lpstr>Interface</vt:lpstr>
      <vt:lpstr>Interface</vt:lpstr>
      <vt:lpstr>Interface</vt:lpstr>
      <vt:lpstr>Interface</vt:lpstr>
      <vt:lpstr>Implementation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Miraj Arshad</dc:creator>
  <cp:lastModifiedBy>Miraj Arshad</cp:lastModifiedBy>
  <cp:revision>5</cp:revision>
  <dcterms:created xsi:type="dcterms:W3CDTF">2025-07-14T06:19:31Z</dcterms:created>
  <dcterms:modified xsi:type="dcterms:W3CDTF">2025-07-21T14:56:13Z</dcterms:modified>
</cp:coreProperties>
</file>